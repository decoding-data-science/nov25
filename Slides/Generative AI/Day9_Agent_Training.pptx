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9 – AI Agents, LangChain, CoT &amp;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Goal: Build working AI Agent apps using reasoning + tool use</a:t>
            </a:r>
          </a:p>
          <a:p>
            <a:pPr lvl="1"/>
            <a:r>
              <a:t>Outcome: Enterprise-ready agent workflows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Warm-Up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Recap of Day 8 (RAG)</a:t>
            </a:r>
          </a:p>
          <a:p>
            <a:pPr lvl="1"/>
            <a:r>
              <a:t>Fix a hallucinated response using Chain-of-Thought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AI Agents?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Agents can reason, plan, act, and iterate</a:t>
            </a:r>
          </a:p>
          <a:p>
            <a:pPr lvl="1"/>
            <a:r>
              <a:t>Enterprise use cases: IT, HR, Ops, Finance</a:t>
            </a:r>
          </a:p>
          <a:p>
            <a:pPr lvl="1"/>
            <a:r>
              <a:t>Types: stateless, stateful, tool-using, planning, multi-agent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Agent → Tools/APIs → LLM → Output</a:t>
            </a:r>
          </a:p>
          <a:p>
            <a:pPr lvl="1"/>
            <a:r>
              <a:t>Reasoning + Acting + Reflection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Chain-of-Thought (CoT)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logical reasoning</a:t>
            </a:r>
          </a:p>
          <a:p>
            <a:pPr lvl="1"/>
            <a:r>
              <a:t>Essential for structured problem solving</a:t>
            </a:r>
          </a:p>
          <a:p>
            <a:pPr lvl="1"/>
            <a:r>
              <a:t>Use for multi-step calculations and decomposition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CoT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 a weak prompt into a step-by-step reasoning prompt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 = Reasoning + Acting</a:t>
            </a:r>
          </a:p>
          <a:p>
            <a:pPr lvl="1"/>
            <a:r>
              <a:t>Format: Thought → Action → Observation → Final Answer</a:t>
            </a:r>
          </a:p>
          <a:p>
            <a:pPr lvl="1"/>
            <a:r>
              <a:t>Critical for tool-driven workflows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ReAct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 ReAct prompt for search + extraction + answer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LangChain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modules: Models, Prompts, Chains, Tools, Agents, Memory</a:t>
            </a:r>
          </a:p>
          <a:p>
            <a:pPr lvl="1"/>
            <a:r>
              <a:t>LCEL: LangChain Expression Language</a:t>
            </a:r>
          </a:p>
          <a:p>
            <a:pPr lvl="1"/>
            <a:r>
              <a:t>Tool wrappers and execution safety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LangChain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ChatModel</a:t>
            </a:r>
          </a:p>
          <a:p>
            <a:pPr lvl="1"/>
            <a:r>
              <a:t>Build PromptTemplate</a:t>
            </a:r>
          </a:p>
          <a:p>
            <a:pPr lvl="1"/>
            <a:r>
              <a:t>Chain prompt + model</a:t>
            </a:r>
          </a:p>
          <a:p>
            <a:pPr lvl="1"/>
            <a:r>
              <a:t>Add a Python tool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Building Agents with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tools: Python REPL, API calls, CSV, custom functions</a:t>
            </a:r>
          </a:p>
          <a:p>
            <a:pPr lvl="1"/>
            <a:r>
              <a:t>Agent types: conversational, ReAct, tool-calling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Hands-On Project: Build an Agent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Accept user query</a:t>
            </a:r>
          </a:p>
          <a:p>
            <a:pPr lvl="1"/>
            <a:r>
              <a:t>Use ReAct to choose tools</a:t>
            </a:r>
          </a:p>
          <a:p>
            <a:pPr lvl="1"/>
            <a:r>
              <a:t>Call APIs or RAG</a:t>
            </a:r>
          </a:p>
          <a:p>
            <a:pPr lvl="1"/>
            <a:r>
              <a:t>Return structured output with reasoning</a:t>
            </a:r>
          </a:p>
          <a:p>
            <a:pPr lvl="1"/>
            <a:r>
              <a:t>Include logs and intermediate steps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Agent Ideas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 Ticket Solver</a:t>
            </a:r>
          </a:p>
          <a:p>
            <a:pPr lvl="1"/>
            <a:r>
              <a:t>HR Assistant</a:t>
            </a:r>
          </a:p>
          <a:p>
            <a:pPr lvl="1"/>
            <a:r>
              <a:t>Ops Troubleshooting Agent</a:t>
            </a:r>
          </a:p>
          <a:p>
            <a:pPr lvl="1"/>
            <a:r>
              <a:t>Financial Calculator Agent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 for accuracy, tool selection, reasoning quality</a:t>
            </a:r>
          </a:p>
          <a:p>
            <a:pPr lvl="1"/>
            <a:r>
              <a:t>Evaluate completeness and speed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Day 9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LangChain Agent App</a:t>
            </a:r>
          </a:p>
          <a:p>
            <a:pPr lvl="1"/>
            <a:r>
              <a:t>ReAct prompt + CoT prompt</a:t>
            </a:r>
          </a:p>
          <a:p>
            <a:pPr lvl="1"/>
            <a:r>
              <a:t>One integrated tool</a:t>
            </a:r>
          </a:p>
          <a:p>
            <a:pPr lvl="1"/>
            <a:r>
              <a:t>Two evaluated test cases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Agents connect reasoning with action</a:t>
            </a:r>
          </a:p>
          <a:p>
            <a:pPr lvl="1"/>
            <a:r>
              <a:t>LangChain enables enterprise agent development</a:t>
            </a:r>
          </a:p>
          <a:p>
            <a:pPr lvl="1"/>
            <a:r>
              <a:t>Day 10: Multi-Agent Systems with LangGraph &amp; A2A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