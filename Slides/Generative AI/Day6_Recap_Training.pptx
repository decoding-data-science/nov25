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766" y="2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6 – Recap of Days 1–5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Reinforce all concepts from Python → ML → DL → MLOps</a:t>
            </a:r>
          </a:p>
          <a:p>
            <a:pPr lvl="1"/>
            <a:r>
              <a:t>Includes warm-up quizzes, quick challenges, and an integration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Day 1 – Python &amp; App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fundamentals, NumPy, API usage</a:t>
            </a:r>
          </a:p>
          <a:p>
            <a:pPr lvl="1"/>
            <a:r>
              <a:t>Git &amp; GitHub workflow</a:t>
            </a:r>
          </a:p>
          <a:p>
            <a:pPr lvl="1"/>
            <a:r>
              <a:t>Quick Activity: Build a small API-calling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Day 2 – Machine Learning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Pandas, EDA, visualizations</a:t>
            </a:r>
          </a:p>
          <a:p>
            <a:pPr lvl="1"/>
            <a:r>
              <a:t>ML pipeline: train/test, evaluation</a:t>
            </a:r>
          </a:p>
          <a:p>
            <a:pPr lvl="1"/>
            <a:r>
              <a:t>Quick Activity: Train a simple ML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Day 3 – Advanced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Tree models, SVM, XGBoost</a:t>
            </a:r>
          </a:p>
          <a:p>
            <a:pPr lvl="1"/>
            <a:r>
              <a:t>Hyperparameter tuning</a:t>
            </a:r>
          </a:p>
          <a:p>
            <a:pPr lvl="1"/>
            <a:r>
              <a:t>Quick Activity: Compare two ML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Day 4 –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 basics</a:t>
            </a:r>
          </a:p>
          <a:p>
            <a:pPr lvl="1"/>
            <a:r>
              <a:t>Vision models, Hugging Face</a:t>
            </a:r>
          </a:p>
          <a:p>
            <a:pPr lvl="1"/>
            <a:r>
              <a:t>Quick Activity: Run inference on sample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Day 5 – MLOps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deployment concepts</a:t>
            </a:r>
          </a:p>
          <a:p>
            <a:pPr lvl="1"/>
            <a:r>
              <a:t>Monitoring &amp; drift detection</a:t>
            </a:r>
          </a:p>
          <a:p>
            <a:pPr lvl="1"/>
            <a:r>
              <a:t>Quick Activity: Log/update a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end-to-end pipeline:</a:t>
            </a:r>
          </a:p>
          <a:p>
            <a:pPr lvl="1"/>
            <a:r>
              <a:t>• Load data</a:t>
            </a:r>
          </a:p>
          <a:p>
            <a:pPr lvl="1"/>
            <a:r>
              <a:t>• EDA</a:t>
            </a:r>
          </a:p>
          <a:p>
            <a:pPr lvl="1"/>
            <a:r>
              <a:t>• Train ML/DL model</a:t>
            </a:r>
          </a:p>
          <a:p>
            <a:pPr lvl="1"/>
            <a:r>
              <a:t>• Evaluate</a:t>
            </a:r>
          </a:p>
          <a:p>
            <a:pPr lvl="1"/>
            <a:r>
              <a:t>• Apply simple MLOps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assignment: Solve a real-world scenario</a:t>
            </a:r>
          </a:p>
          <a:p>
            <a:pPr lvl="1"/>
            <a:r>
              <a:t>Machine failure prediction, churn, anomaly detection</a:t>
            </a:r>
          </a:p>
          <a:p>
            <a:pPr lvl="1"/>
            <a:r>
              <a:t>Deliverables: Diagram + Model +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Gen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ML → DL → GenAI connect</a:t>
            </a:r>
          </a:p>
          <a:p>
            <a:pPr lvl="1"/>
            <a:r>
              <a:t>What participants will learn from Day 7 onwards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223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Day 6 – Recap of Days 1–5</vt:lpstr>
      <vt:lpstr>Recap: Day 1 – Python &amp; App Architecture</vt:lpstr>
      <vt:lpstr>Recap: Day 2 – Machine Learning Foundations</vt:lpstr>
      <vt:lpstr>Recap: Day 3 – Advanced Machine Learning</vt:lpstr>
      <vt:lpstr>Recap: Day 4 – Deep Learning</vt:lpstr>
      <vt:lpstr>Recap: Day 5 – MLOps</vt:lpstr>
      <vt:lpstr>Integration Workshop</vt:lpstr>
      <vt:lpstr>Team Challenge</vt:lpstr>
      <vt:lpstr>Transition to Gen AI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Arshad Ahmad</cp:lastModifiedBy>
  <cp:revision>1</cp:revision>
  <dcterms:created xsi:type="dcterms:W3CDTF">2013-01-27T09:14:16Z</dcterms:created>
  <dcterms:modified xsi:type="dcterms:W3CDTF">2025-12-03T17:52:14Z</dcterms:modified>
  <cp:category/>
</cp:coreProperties>
</file>