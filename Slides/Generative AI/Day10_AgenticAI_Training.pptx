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10 – Agentic AI, Multi-Agent Systems, LangGraph &amp;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Build multi-agent enterprise workflows</a:t>
            </a:r>
          </a:p>
          <a:p>
            <a:pPr lvl="1"/>
            <a:r>
              <a:t>Outcome: Agentic AI systems using LangGraph + MCP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Warm-Up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Recap of Day 9</a:t>
            </a:r>
          </a:p>
          <a:p>
            <a:pPr lvl="1"/>
            <a:r>
              <a:t>Idea: When one agent is not enough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Agentic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Multi-agent collaboration</a:t>
            </a:r>
          </a:p>
          <a:p>
            <a:pPr lvl="1"/>
            <a:r>
              <a:t>Agents can reason, delegate, communicate, verify</a:t>
            </a:r>
          </a:p>
          <a:p>
            <a:pPr lvl="1"/>
            <a:r>
              <a:t>Used for end-to-end enterprise workflows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Enterprises Need Agentic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Complex, multi-step processes</a:t>
            </a:r>
          </a:p>
          <a:p>
            <a:pPr lvl="1"/>
            <a:r>
              <a:t>Role-based automation</a:t>
            </a:r>
          </a:p>
          <a:p>
            <a:pPr lvl="1"/>
            <a:r>
              <a:t>Cross-team workflows</a:t>
            </a:r>
          </a:p>
          <a:p>
            <a:pPr lvl="1"/>
            <a:r>
              <a:t>System integrations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vs Agentic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Agent: solves a single task</a:t>
            </a:r>
          </a:p>
          <a:p>
            <a:pPr lvl="1"/>
            <a:r>
              <a:t>Agentic system: solves entire workflows</a:t>
            </a:r>
          </a:p>
          <a:p>
            <a:pPr lvl="1"/>
            <a:r>
              <a:t>Planner + Workers + Reviewer 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Multi-Agent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Planner Agent: breaks down tasks</a:t>
            </a:r>
          </a:p>
          <a:p>
            <a:pPr lvl="1"/>
            <a:r>
              <a:t>Worker Agents: execute subtasks</a:t>
            </a:r>
          </a:p>
          <a:p>
            <a:pPr lvl="1"/>
            <a:r>
              <a:t>Reviewer Agent: verifies quality</a:t>
            </a:r>
          </a:p>
          <a:p>
            <a:pPr lvl="1"/>
            <a:r>
              <a:t>Tools layer: APIs, DBs, RAG, functions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Planner → Workers → Reviewer → Tools → Output</a:t>
            </a:r>
          </a:p>
          <a:p>
            <a:pPr lvl="1"/>
            <a:r>
              <a:t>Memory layer supports state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LangGraph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Stateful agent workflows</a:t>
            </a:r>
          </a:p>
          <a:p>
            <a:pPr lvl="1"/>
            <a:r>
              <a:t>Nodes, edges, state, checkpoints</a:t>
            </a:r>
          </a:p>
          <a:p>
            <a:pPr lvl="1"/>
            <a:r>
              <a:t>Deterministic, reversible workflows</a:t>
            </a:r>
          </a:p>
          <a:p>
            <a:pPr lvl="1"/>
            <a:r>
              <a:t>Supervisor patterns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LangGraph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Node 1: classify task</a:t>
            </a:r>
          </a:p>
          <a:p>
            <a:pPr lvl="1"/>
            <a:r>
              <a:t>Node 2: select agent</a:t>
            </a:r>
          </a:p>
          <a:p>
            <a:pPr lvl="1"/>
            <a:r>
              <a:t>Node 3: generate output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Context Protocol (MCP)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 for secure tool use</a:t>
            </a:r>
          </a:p>
          <a:p>
            <a:pPr lvl="1"/>
            <a:r>
              <a:t>Tool servers, resources, actions, subscriptions</a:t>
            </a:r>
          </a:p>
          <a:p>
            <a:pPr lvl="1"/>
            <a:r>
              <a:t>Safe cross-agent communication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 tool schema</a:t>
            </a:r>
          </a:p>
          <a:p>
            <a:pPr lvl="1"/>
            <a:r>
              <a:t>Call tool from agent</a:t>
            </a:r>
          </a:p>
          <a:p>
            <a:pPr lvl="1"/>
            <a:r>
              <a:t>Validate output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Agent-to-Agent (A2A)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Planner delegates</a:t>
            </a:r>
          </a:p>
          <a:p>
            <a:pPr lvl="1"/>
            <a:r>
              <a:t>Worker executes</a:t>
            </a:r>
          </a:p>
          <a:p>
            <a:pPr lvl="1"/>
            <a:r>
              <a:t>Reviewer validates</a:t>
            </a:r>
          </a:p>
          <a:p>
            <a:pPr lvl="1"/>
            <a:r>
              <a:t>Message passing and shared memory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A2A Use Case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support workflow</a:t>
            </a:r>
          </a:p>
          <a:p>
            <a:pPr lvl="1"/>
            <a:r>
              <a:t>Planner identifies issue</a:t>
            </a:r>
          </a:p>
          <a:p>
            <a:pPr lvl="1"/>
            <a:r>
              <a:t>Worker retrieves via RAG</a:t>
            </a:r>
          </a:p>
          <a:p>
            <a:pPr lvl="1"/>
            <a:r>
              <a:t>Technical agent solves</a:t>
            </a:r>
          </a:p>
          <a:p>
            <a:pPr lvl="1"/>
            <a:r>
              <a:t>Reviewer validates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Project: Build Multi-Agent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Planner → Worker → Reviewer</a:t>
            </a:r>
          </a:p>
          <a:p>
            <a:pPr lvl="1"/>
            <a:r>
              <a:t>Use LangGraph</a:t>
            </a:r>
          </a:p>
          <a:p>
            <a:pPr lvl="1"/>
            <a:r>
              <a:t>Integrate at least one MCP tool</a:t>
            </a:r>
          </a:p>
          <a:p>
            <a:pPr lvl="1"/>
            <a:r>
              <a:t>Include memory/state</a:t>
            </a:r>
          </a:p>
          <a:p>
            <a:pPr lvl="1"/>
            <a:r>
              <a:t>Demonstrate agent collaboration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Project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 troubleshooting flow</a:t>
            </a:r>
          </a:p>
          <a:p>
            <a:pPr lvl="1"/>
            <a:r>
              <a:t>HR onboarding workflow</a:t>
            </a:r>
          </a:p>
          <a:p>
            <a:pPr lvl="1"/>
            <a:r>
              <a:t>Document validation pipeline</a:t>
            </a:r>
          </a:p>
          <a:p>
            <a:pPr lvl="1"/>
            <a:r>
              <a:t>Data extraction + verification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Architecture design quality</a:t>
            </a:r>
          </a:p>
          <a:p>
            <a:pPr lvl="1"/>
            <a:r>
              <a:t>Correct agent delegation</a:t>
            </a:r>
          </a:p>
          <a:p>
            <a:pPr lvl="1"/>
            <a:r>
              <a:t>Tool use accuracy</a:t>
            </a:r>
          </a:p>
          <a:p>
            <a:pPr lvl="1"/>
            <a:r>
              <a:t>State management</a:t>
            </a:r>
          </a:p>
          <a:p>
            <a:pPr lvl="1"/>
            <a:r>
              <a:t>Final result quality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10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LangGraph multi-agent workflow</a:t>
            </a:r>
          </a:p>
          <a:p>
            <a:pPr lvl="1"/>
            <a:r>
              <a:t>MCP tool integration</a:t>
            </a:r>
          </a:p>
          <a:p>
            <a:pPr lvl="1"/>
            <a:r>
              <a:t>3-agent system</a:t>
            </a:r>
          </a:p>
          <a:p>
            <a:pPr lvl="1"/>
            <a:r>
              <a:t>Output logs with steps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Multi-agent → enterprise scalability</a:t>
            </a:r>
          </a:p>
          <a:p>
            <a:pPr lvl="1"/>
            <a:r>
              <a:t>LangGraph → structured control</a:t>
            </a:r>
          </a:p>
          <a:p>
            <a:pPr lvl="1"/>
            <a:r>
              <a:t>MCP → safe tool integration</a:t>
            </a:r>
          </a:p>
          <a:p>
            <a:pPr lvl="1"/>
            <a:r>
              <a:t>Day 11: Capstone preparation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