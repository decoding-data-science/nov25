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11 – Capstone Prep: Agentic AI for Energy Plant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Design full agentic AI system for energy operations</a:t>
            </a:r>
          </a:p>
          <a:p>
            <a:pPr lvl="1"/>
            <a:r>
              <a:t>Outcome: Architecture, RAG, agents, tools, LangGraph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AI Stack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→ ML → DL → GenAI → RAG → Agents → Multi-Agent Systems</a:t>
            </a:r>
          </a:p>
          <a:p>
            <a:pPr lvl="1"/>
            <a:r>
              <a:t>How these pieces support industrial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Plant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maintenance</a:t>
            </a:r>
          </a:p>
          <a:p>
            <a:pPr lvl="1"/>
            <a:r>
              <a:t>Fault diagnostics</a:t>
            </a:r>
          </a:p>
          <a:p>
            <a:pPr lvl="1"/>
            <a:r>
              <a:t>Operator assistance</a:t>
            </a:r>
          </a:p>
          <a:p>
            <a:pPr lvl="1"/>
            <a:r>
              <a:t>Safety incident analysis</a:t>
            </a:r>
          </a:p>
          <a:p>
            <a:pPr lvl="1"/>
            <a:r>
              <a:t>Work order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Challenge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 Agentic AI system for assisting energy plant operators</a:t>
            </a:r>
          </a:p>
          <a:p>
            <a:pPr lvl="1"/>
            <a:r>
              <a:t>Capabilities: diagnostics, recommendations, retrieval,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SOPs, manuals, logs via RAG</a:t>
            </a:r>
          </a:p>
          <a:p>
            <a:pPr lvl="1"/>
            <a:r>
              <a:t>Run diagnostics with reasoning</a:t>
            </a:r>
          </a:p>
          <a:p>
            <a:pPr lvl="1"/>
            <a:r>
              <a:t>Recommend corrective actions</a:t>
            </a:r>
          </a:p>
          <a:p>
            <a:pPr lvl="1"/>
            <a:r>
              <a:t>Query logs and equipment history</a:t>
            </a:r>
          </a:p>
          <a:p>
            <a:pPr lvl="1"/>
            <a:r>
              <a:t>Generate operator-ready incident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Problem definition</a:t>
            </a:r>
          </a:p>
          <a:p>
            <a:pPr lvl="1"/>
            <a:r>
              <a:t>2. Data sources</a:t>
            </a:r>
          </a:p>
          <a:p>
            <a:pPr lvl="1"/>
            <a:r>
              <a:t>3. RAG pipeline</a:t>
            </a:r>
          </a:p>
          <a:p>
            <a:pPr lvl="1"/>
            <a:r>
              <a:t>4. Agent roles</a:t>
            </a:r>
          </a:p>
          <a:p>
            <a:pPr lvl="1"/>
            <a:r>
              <a:t>5. Tools</a:t>
            </a:r>
          </a:p>
          <a:p>
            <a:pPr lvl="1"/>
            <a:r>
              <a:t>6. LangGraph workflow</a:t>
            </a:r>
          </a:p>
          <a:p>
            <a:pPr lvl="1"/>
            <a:r>
              <a:t>7. Evaluation metrics</a:t>
            </a:r>
          </a:p>
          <a:p>
            <a:pPr lvl="1"/>
            <a:r>
              <a:t>8. Demo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operational challenge</a:t>
            </a:r>
          </a:p>
          <a:p>
            <a:pPr lvl="1"/>
            <a:r>
              <a:t>Define business value</a:t>
            </a:r>
          </a:p>
          <a:p>
            <a:pPr lvl="1"/>
            <a:r>
              <a:t>Specify target user: operator, engineer, supervisor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for Energy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SOPs and manuals</a:t>
            </a:r>
          </a:p>
          <a:p>
            <a:pPr lvl="1"/>
            <a:r>
              <a:t>Maintenance logs</a:t>
            </a:r>
          </a:p>
          <a:p>
            <a:pPr lvl="1"/>
            <a:r>
              <a:t>FMEA docs</a:t>
            </a:r>
          </a:p>
          <a:p>
            <a:pPr lvl="1"/>
            <a:r>
              <a:t>Incident reports</a:t>
            </a:r>
          </a:p>
          <a:p>
            <a:pPr lvl="1"/>
            <a:r>
              <a:t>Sensor descriptions</a:t>
            </a:r>
          </a:p>
          <a:p>
            <a:pPr lvl="1"/>
            <a:r>
              <a:t>Technical bulletins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strategy</a:t>
            </a:r>
          </a:p>
          <a:p>
            <a:pPr lvl="1"/>
            <a:r>
              <a:t>Embedding model selection</a:t>
            </a:r>
          </a:p>
          <a:p>
            <a:pPr lvl="1"/>
            <a:r>
              <a:t>Vector DB decision</a:t>
            </a:r>
          </a:p>
          <a:p>
            <a:pPr lvl="1"/>
            <a:r>
              <a:t>Metadata and filters</a:t>
            </a:r>
          </a:p>
          <a:p>
            <a:pPr lvl="1"/>
            <a:r>
              <a:t>Re-ranking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Agent: task decomposition</a:t>
            </a:r>
          </a:p>
          <a:p>
            <a:pPr lvl="1"/>
            <a:r>
              <a:t>Technical Agent: diagnostics</a:t>
            </a:r>
          </a:p>
          <a:p>
            <a:pPr lvl="1"/>
            <a:r>
              <a:t>Reviewer Agent: safety &amp;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calculator</a:t>
            </a:r>
          </a:p>
          <a:p>
            <a:pPr lvl="1"/>
            <a:r>
              <a:t>Mock equipment API</a:t>
            </a:r>
          </a:p>
          <a:p>
            <a:pPr lvl="1"/>
            <a:r>
              <a:t>Log search tool</a:t>
            </a:r>
          </a:p>
          <a:p>
            <a:pPr lvl="1"/>
            <a:r>
              <a:t>RAG index</a:t>
            </a:r>
          </a:p>
          <a:p>
            <a:pPr lvl="1"/>
            <a:r>
              <a:t>MCP-based integrations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Planner → Technical Agent → Tools/RAG → Reviewer → Output</a:t>
            </a:r>
          </a:p>
          <a:p>
            <a:pPr lvl="1"/>
            <a:r>
              <a:t>Use stateful transitions and branching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&amp; correctness</a:t>
            </a:r>
          </a:p>
          <a:p>
            <a:pPr lvl="1"/>
            <a:r>
              <a:t>Completeness</a:t>
            </a:r>
          </a:p>
          <a:p>
            <a:pPr lvl="1"/>
            <a:r>
              <a:t>Hallucination control</a:t>
            </a:r>
          </a:p>
          <a:p>
            <a:pPr lvl="1"/>
            <a:r>
              <a:t>RAG relevance</a:t>
            </a:r>
          </a:p>
          <a:p>
            <a:pPr lvl="1"/>
            <a:r>
              <a:t>Agent-tool coordination</a:t>
            </a:r>
          </a:p>
          <a:p>
            <a:pPr lvl="1"/>
            <a:r>
              <a:t>Safety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workflow execution</a:t>
            </a:r>
          </a:p>
          <a:p>
            <a:pPr lvl="1"/>
            <a:r>
              <a:t>Display intermediate reasoning steps</a:t>
            </a:r>
          </a:p>
          <a:p>
            <a:pPr lvl="1"/>
            <a:r>
              <a:t>Demonstrate tool use</a:t>
            </a:r>
          </a:p>
          <a:p>
            <a:pPr lvl="1"/>
            <a:r>
              <a:t>Explain architecture</a:t>
            </a:r>
          </a:p>
          <a:p>
            <a:pPr lvl="1"/>
            <a:r>
              <a:t>Provide final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full system diagram</a:t>
            </a:r>
          </a:p>
          <a:p>
            <a:pPr lvl="1"/>
            <a:r>
              <a:t>Define agents &amp; tools</a:t>
            </a:r>
          </a:p>
          <a:p>
            <a:pPr lvl="1"/>
            <a:r>
              <a:t>Outline data flow</a:t>
            </a:r>
          </a:p>
          <a:p>
            <a:pPr lvl="1"/>
            <a:r>
              <a:t>Plan RAG + multi-agent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Implementation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 GitHub/HF repo</a:t>
            </a:r>
          </a:p>
          <a:p>
            <a:pPr lvl="1"/>
            <a:r>
              <a:t>Build data layer (SOPs → chunks → embeddings)</a:t>
            </a:r>
          </a:p>
          <a:p>
            <a:pPr lvl="1"/>
            <a:r>
              <a:t>Build RAG</a:t>
            </a:r>
          </a:p>
          <a:p>
            <a:pPr lvl="1"/>
            <a:r>
              <a:t>Define agents</a:t>
            </a:r>
          </a:p>
          <a:p>
            <a:pPr lvl="1"/>
            <a:r>
              <a:t>Begin LangGraph 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Trainer Review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clarity</a:t>
            </a:r>
          </a:p>
          <a:p>
            <a:pPr lvl="1"/>
            <a:r>
              <a:t>Correctness of RAG</a:t>
            </a:r>
          </a:p>
          <a:p>
            <a:pPr lvl="1"/>
            <a:r>
              <a:t>Agent roles defined properly</a:t>
            </a:r>
          </a:p>
          <a:p>
            <a:pPr lvl="1"/>
            <a:r>
              <a:t>Tool integration feasibility</a:t>
            </a:r>
          </a:p>
          <a:p>
            <a:pPr lvl="1"/>
            <a:r>
              <a:t>Safety considerations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real plant scenarios</a:t>
            </a:r>
          </a:p>
          <a:p>
            <a:pPr lvl="1"/>
            <a:r>
              <a:t>Show intermediate steps</a:t>
            </a:r>
          </a:p>
          <a:p>
            <a:pPr lvl="1"/>
            <a:r>
              <a:t>Log everything</a:t>
            </a:r>
          </a:p>
          <a:p>
            <a:pPr lvl="1"/>
            <a:r>
              <a:t>Keep system modular</a:t>
            </a:r>
          </a:p>
          <a:p>
            <a:pPr lvl="1"/>
            <a:r>
              <a:t>Prepare clear narrative for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11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Capstone problem statement</a:t>
            </a:r>
          </a:p>
          <a:p>
            <a:pPr lvl="1"/>
            <a:r>
              <a:t>Architecture diagram</a:t>
            </a:r>
          </a:p>
          <a:p>
            <a:pPr lvl="1"/>
            <a:r>
              <a:t>RAG pipeline design</a:t>
            </a:r>
          </a:p>
          <a:p>
            <a:pPr lvl="1"/>
            <a:r>
              <a:t>Agent definitions</a:t>
            </a:r>
          </a:p>
          <a:p>
            <a:pPr lvl="1"/>
            <a:r>
              <a:t>Tools list</a:t>
            </a:r>
          </a:p>
          <a:p>
            <a:pPr lvl="1"/>
            <a:r>
              <a:t>LangGraph skeleton</a:t>
            </a:r>
          </a:p>
          <a:p>
            <a:pPr lvl="1"/>
            <a:r>
              <a:t>Demo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