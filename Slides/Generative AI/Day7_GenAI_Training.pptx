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7 – Gen AI 2: Wrappers, Function Calling &amp;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Build production-style LLM wrappers and integrate data/tools</a:t>
            </a:r>
          </a:p>
          <a:p>
            <a:pPr lvl="1"/>
            <a:r>
              <a:t>Outcome: Ready for RAG, Agents, and Agentic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Warm-Up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Quick recap quiz: tokens, transformers, structured outputs</a:t>
            </a:r>
          </a:p>
          <a:p>
            <a:pPr lvl="1"/>
            <a:r>
              <a:t>Discussion on why wrappers improve reliability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LLM Wrapper?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layer between your app and the LLM API</a:t>
            </a:r>
          </a:p>
          <a:p>
            <a:pPr lvl="1"/>
            <a:r>
              <a:t>Standardizes inputs/outputs</a:t>
            </a:r>
          </a:p>
          <a:p>
            <a:pPr lvl="1"/>
            <a:r>
              <a:t>Improves modularity and testing</a:t>
            </a:r>
          </a:p>
          <a:p>
            <a:pPr lvl="1"/>
            <a:r>
              <a:t>Architecture: Input → Preprocess → Model → Validate →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Wrapper Design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not call the API directly?</a:t>
            </a:r>
          </a:p>
          <a:p>
            <a:pPr lvl="1"/>
            <a:r>
              <a:t>Model abstractions: generate(), predict(), run()</a:t>
            </a:r>
          </a:p>
          <a:p>
            <a:pPr lvl="1"/>
            <a:r>
              <a:t>Comparison: HF, OpenAI, Groq, Mistral, Ollama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 Calling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Structured JSON outputs</a:t>
            </a:r>
          </a:p>
          <a:p>
            <a:pPr lvl="1"/>
            <a:r>
              <a:t>Why enterprises need predictable responses</a:t>
            </a:r>
          </a:p>
          <a:p>
            <a:pPr lvl="1"/>
            <a:r>
              <a:t>Schemas and validation</a:t>
            </a:r>
          </a:p>
          <a:p>
            <a:pPr lvl="1"/>
            <a:r>
              <a:t>Error handling strategies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 Calling – Demos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function: Weather(city)</a:t>
            </a:r>
          </a:p>
          <a:p>
            <a:pPr lvl="1"/>
            <a:r>
              <a:t>Complex function: Entity extraction with validated JSON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LLMs need external tools</a:t>
            </a:r>
          </a:p>
          <a:p>
            <a:pPr lvl="1"/>
            <a:r>
              <a:t>Tool-driven workflows: Python, search, calculators</a:t>
            </a:r>
          </a:p>
          <a:p>
            <a:pPr lvl="1"/>
            <a:r>
              <a:t>Connecting APIs and databases</a:t>
            </a:r>
          </a:p>
          <a:p>
            <a:pPr lvl="1"/>
            <a:r>
              <a:t>Pipeline: Data → Model → Response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Project: Build a Wrapper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Implement: preprocessing, model call, logging, safety</a:t>
            </a:r>
          </a:p>
          <a:p>
            <a:pPr lvl="1"/>
            <a:r>
              <a:t>Add function calling</a:t>
            </a:r>
          </a:p>
          <a:p>
            <a:pPr lvl="1"/>
            <a:r>
              <a:t>Add external tool integration</a:t>
            </a:r>
          </a:p>
          <a:p>
            <a:pPr lvl="1"/>
            <a:r>
              <a:t>Push to GitHub or Hugging Face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Pair Programming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 another team's wrapper</a:t>
            </a:r>
          </a:p>
          <a:p>
            <a:pPr lvl="1"/>
            <a:r>
              <a:t>Evaluate code clarity, structure, stability</a:t>
            </a:r>
          </a:p>
          <a:p>
            <a:pPr lvl="1"/>
            <a:r>
              <a:t>Give 3 feedback points + improvements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Instructor Reference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Includes .env handling</a:t>
            </a:r>
          </a:p>
          <a:p>
            <a:pPr lvl="1"/>
            <a:r>
              <a:t>Logging and modular code</a:t>
            </a:r>
          </a:p>
          <a:p>
            <a:pPr lvl="1"/>
            <a:r>
              <a:t>Reusable classes</a:t>
            </a:r>
          </a:p>
          <a:p>
            <a:pPr lvl="1"/>
            <a:r>
              <a:t>Basic tests and versioning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wrappers connect to RAG and Agents</a:t>
            </a:r>
          </a:p>
          <a:p>
            <a:pPr lvl="1"/>
            <a:r>
              <a:t>Preview: Day 8 – Advanced RAG &amp; Vector DBs</a:t>
            </a:r>
          </a:p>
          <a:p>
            <a:pPr lvl="1"/>
            <a:r>
              <a:t>Save project and prepare environment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