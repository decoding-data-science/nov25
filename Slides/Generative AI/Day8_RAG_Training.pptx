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8 – RAG: Retrieval-Augmented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full RAG pipeline using LlamaIndex &amp; Vector Databases</a:t>
            </a:r>
          </a:p>
          <a:p>
            <a:pPr lvl="1"/>
            <a:r>
              <a:t>Outcome: Enterprise-ready retrieval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quiz from Day 7</a:t>
            </a:r>
          </a:p>
          <a:p>
            <a:pPr lvl="1"/>
            <a:r>
              <a:t>Why RAG exists: LLMs don’t know private company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solves hallucination</a:t>
            </a:r>
          </a:p>
          <a:p>
            <a:pPr lvl="1"/>
            <a:r>
              <a:t>Cheaper and faster than fine-tuning</a:t>
            </a:r>
          </a:p>
          <a:p>
            <a:pPr lvl="1"/>
            <a:r>
              <a:t>Architecture: Data → Chunking → Embedding → Vector DB → Retriever → 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Fine-Tuning vs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RAG is preferred</a:t>
            </a:r>
          </a:p>
          <a:p>
            <a:pPr lvl="1"/>
            <a:r>
              <a:t>Costs and scalability differences</a:t>
            </a:r>
          </a:p>
          <a:p>
            <a:pPr lvl="1"/>
            <a:r>
              <a:t>Hybrid approaches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Embeddings –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Embeddings encode semantic meaning</a:t>
            </a:r>
          </a:p>
          <a:p>
            <a:pPr lvl="1"/>
            <a:r>
              <a:t>Similarity: cosine, dot-product, Euclidean</a:t>
            </a:r>
          </a:p>
          <a:p>
            <a:pPr lvl="1"/>
            <a:r>
              <a:t>Choosing embedding models: BGE, SentenceTransformers, Llama3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semantic similarity between sentences</a:t>
            </a:r>
          </a:p>
          <a:p>
            <a:pPr lvl="1"/>
            <a:r>
              <a:t>Show closeness of vectors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Chroma: simple local development</a:t>
            </a:r>
          </a:p>
          <a:p>
            <a:pPr lvl="1"/>
            <a:r>
              <a:t>FAISS: fast enterprise local</a:t>
            </a:r>
          </a:p>
          <a:p>
            <a:pPr lvl="1"/>
            <a:r>
              <a:t>Pinecone: production cloud</a:t>
            </a:r>
          </a:p>
          <a:p>
            <a:pPr lvl="1"/>
            <a:r>
              <a:t>Metadata filtering and scalability considerations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DB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Chroma DB</a:t>
            </a:r>
          </a:p>
          <a:p>
            <a:pPr lvl="1"/>
            <a:r>
              <a:t>Insert embeddings</a:t>
            </a:r>
          </a:p>
          <a:p>
            <a:pPr lvl="1"/>
            <a:r>
              <a:t>Run similarity 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LlamaIndex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loaders and node parsing</a:t>
            </a:r>
          </a:p>
          <a:p>
            <a:pPr lvl="1"/>
            <a:r>
              <a:t>Chunking strategies</a:t>
            </a:r>
          </a:p>
          <a:p>
            <a:pPr lvl="1"/>
            <a:r>
              <a:t>Index building</a:t>
            </a:r>
          </a:p>
          <a:p>
            <a:pPr lvl="1"/>
            <a:r>
              <a:t>Retrieval tools and query engines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a RAG Pipeline –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documents (PDFs, SOPs, guides)</a:t>
            </a:r>
          </a:p>
          <a:p>
            <a:pPr lvl="1"/>
            <a:r>
              <a:t>Clean &amp; chunk data</a:t>
            </a:r>
          </a:p>
          <a:p>
            <a:pPr lvl="1"/>
            <a:r>
              <a:t>Generate embeddings</a:t>
            </a:r>
          </a:p>
          <a:p>
            <a:pPr lvl="1"/>
            <a:r>
              <a:t>Store vectors in DB</a:t>
            </a:r>
          </a:p>
          <a:p>
            <a:pPr lvl="1"/>
            <a:r>
              <a:t>Query and compare RAG vs no-RAG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RAG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rewriting (HyDE, Q2Q)</a:t>
            </a:r>
          </a:p>
          <a:p>
            <a:pPr lvl="1"/>
            <a:r>
              <a:t>Multi-vector RAG</a:t>
            </a:r>
          </a:p>
          <a:p>
            <a:pPr lvl="1"/>
            <a:r>
              <a:t>Rerankers: Cohere, LlamaIndex Rerank</a:t>
            </a:r>
          </a:p>
          <a:p>
            <a:pPr lvl="1"/>
            <a:r>
              <a:t>Context compression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 relevance, accuracy, hallucination rate</a:t>
            </a:r>
          </a:p>
          <a:p>
            <a:pPr lvl="1"/>
            <a:r>
              <a:t>Benchmark with 5 sample queries</a:t>
            </a:r>
          </a:p>
          <a:p>
            <a:pPr lvl="1"/>
            <a:r>
              <a:t>Consistency and completeness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8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RAG notebook</a:t>
            </a:r>
          </a:p>
          <a:p>
            <a:pPr lvl="1"/>
            <a:r>
              <a:t>Two embedding models evaluated</a:t>
            </a:r>
          </a:p>
          <a:p>
            <a:pPr lvl="1"/>
            <a:r>
              <a:t>Vector DB implementation</a:t>
            </a:r>
          </a:p>
          <a:p>
            <a:pPr lvl="1"/>
            <a:r>
              <a:t>Five evaluated queries with scores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enhances enterprise knowledge retrieval</a:t>
            </a:r>
          </a:p>
          <a:p>
            <a:pPr lvl="1"/>
            <a:r>
              <a:t>Embeddings determine LLM output quality</a:t>
            </a:r>
          </a:p>
          <a:p>
            <a:pPr lvl="1"/>
            <a:r>
              <a:t>Day 9: Agents &amp; LangChain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